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2" r:id="rId3"/>
    <p:sldId id="273" r:id="rId4"/>
    <p:sldId id="274" r:id="rId5"/>
    <p:sldId id="275" r:id="rId6"/>
    <p:sldId id="276" r:id="rId7"/>
    <p:sldId id="278" r:id="rId8"/>
    <p:sldId id="277" r:id="rId9"/>
    <p:sldId id="279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09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874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A4E86E-397D-47D2-A9AC-75F39FDDA1D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0A22FAB7-5703-4E2B-BC61-B1497E6D329E}">
      <dgm:prSet phldrT="[Texto]"/>
      <dgm:spPr/>
      <dgm:t>
        <a:bodyPr/>
        <a:lstStyle/>
        <a:p>
          <a:r>
            <a:rPr lang="es-ES" dirty="0" smtClean="0"/>
            <a:t>Pre perfilado</a:t>
          </a:r>
          <a:endParaRPr lang="es-ES" dirty="0"/>
        </a:p>
      </dgm:t>
    </dgm:pt>
    <dgm:pt modelId="{15FCAD1D-4AC1-4397-A2D6-E5E79FEDD5BD}" type="parTrans" cxnId="{C1B58E0A-30B5-42AD-A15C-B5AEA11F4E6D}">
      <dgm:prSet/>
      <dgm:spPr/>
      <dgm:t>
        <a:bodyPr/>
        <a:lstStyle/>
        <a:p>
          <a:endParaRPr lang="es-ES"/>
        </a:p>
      </dgm:t>
    </dgm:pt>
    <dgm:pt modelId="{F95AD6D4-4927-4BCE-9FA8-D72421C72ACA}" type="sibTrans" cxnId="{C1B58E0A-30B5-42AD-A15C-B5AEA11F4E6D}">
      <dgm:prSet/>
      <dgm:spPr/>
      <dgm:t>
        <a:bodyPr/>
        <a:lstStyle/>
        <a:p>
          <a:endParaRPr lang="es-ES"/>
        </a:p>
      </dgm:t>
    </dgm:pt>
    <dgm:pt modelId="{197EBB85-A17C-4198-A19D-1421095ADDFD}">
      <dgm:prSet phldrT="[Texto]"/>
      <dgm:spPr/>
      <dgm:t>
        <a:bodyPr/>
        <a:lstStyle/>
        <a:p>
          <a:r>
            <a:rPr lang="es-ES" smtClean="0"/>
            <a:t>Transformación</a:t>
          </a:r>
          <a:endParaRPr lang="es-ES"/>
        </a:p>
      </dgm:t>
    </dgm:pt>
    <dgm:pt modelId="{EBA899C7-6C67-48B6-8D0F-11A9E849D2CF}" type="parTrans" cxnId="{DC6B4BBC-8985-462D-A636-C528F08C3929}">
      <dgm:prSet/>
      <dgm:spPr/>
      <dgm:t>
        <a:bodyPr/>
        <a:lstStyle/>
        <a:p>
          <a:endParaRPr lang="es-ES"/>
        </a:p>
      </dgm:t>
    </dgm:pt>
    <dgm:pt modelId="{681BABB0-2EEB-40AA-AE65-37E971552145}" type="sibTrans" cxnId="{DC6B4BBC-8985-462D-A636-C528F08C3929}">
      <dgm:prSet/>
      <dgm:spPr/>
      <dgm:t>
        <a:bodyPr/>
        <a:lstStyle/>
        <a:p>
          <a:endParaRPr lang="es-ES"/>
        </a:p>
      </dgm:t>
    </dgm:pt>
    <dgm:pt modelId="{A770CC01-4C97-4EA8-9B27-E5389ECED824}">
      <dgm:prSet phldrT="[Texto]"/>
      <dgm:spPr/>
      <dgm:t>
        <a:bodyPr/>
        <a:lstStyle/>
        <a:p>
          <a:r>
            <a:rPr lang="es-ES" smtClean="0"/>
            <a:t>Duplicidad</a:t>
          </a:r>
          <a:endParaRPr lang="es-ES"/>
        </a:p>
      </dgm:t>
    </dgm:pt>
    <dgm:pt modelId="{D4B8E95A-EA09-4049-9242-752E7050BEA9}" type="parTrans" cxnId="{8DCB1B9C-8CA1-459B-8282-C6DA9E38295E}">
      <dgm:prSet/>
      <dgm:spPr/>
      <dgm:t>
        <a:bodyPr/>
        <a:lstStyle/>
        <a:p>
          <a:endParaRPr lang="es-ES"/>
        </a:p>
      </dgm:t>
    </dgm:pt>
    <dgm:pt modelId="{ED80A477-31A8-434E-A7D4-B8A1464D54A6}" type="sibTrans" cxnId="{8DCB1B9C-8CA1-459B-8282-C6DA9E38295E}">
      <dgm:prSet/>
      <dgm:spPr/>
      <dgm:t>
        <a:bodyPr/>
        <a:lstStyle/>
        <a:p>
          <a:endParaRPr lang="es-ES"/>
        </a:p>
      </dgm:t>
    </dgm:pt>
    <dgm:pt modelId="{14048930-4026-4D72-ACDE-945F6124D6F1}">
      <dgm:prSet phldrT="[Texto]"/>
      <dgm:spPr/>
      <dgm:t>
        <a:bodyPr/>
        <a:lstStyle/>
        <a:p>
          <a:r>
            <a:rPr lang="es-ES" smtClean="0"/>
            <a:t>Limpieza</a:t>
          </a:r>
          <a:endParaRPr lang="es-ES"/>
        </a:p>
      </dgm:t>
    </dgm:pt>
    <dgm:pt modelId="{FF6B740D-ED09-4CAA-B1D3-7D7CE17E7045}" type="parTrans" cxnId="{F04F3CC5-2B51-400F-B6BB-7AE5EAFE67BC}">
      <dgm:prSet/>
      <dgm:spPr/>
      <dgm:t>
        <a:bodyPr/>
        <a:lstStyle/>
        <a:p>
          <a:endParaRPr lang="es-ES"/>
        </a:p>
      </dgm:t>
    </dgm:pt>
    <dgm:pt modelId="{4A1A280B-5CDE-4DD4-9B7A-E2EF451457DA}" type="sibTrans" cxnId="{F04F3CC5-2B51-400F-B6BB-7AE5EAFE67BC}">
      <dgm:prSet/>
      <dgm:spPr/>
      <dgm:t>
        <a:bodyPr/>
        <a:lstStyle/>
        <a:p>
          <a:endParaRPr lang="es-ES"/>
        </a:p>
      </dgm:t>
    </dgm:pt>
    <dgm:pt modelId="{7DBFFDCE-01A8-4F4D-893F-300C63C67BE2}">
      <dgm:prSet phldrT="[Texto]"/>
      <dgm:spPr/>
      <dgm:t>
        <a:bodyPr/>
        <a:lstStyle/>
        <a:p>
          <a:r>
            <a:rPr lang="es-ES" smtClean="0"/>
            <a:t>Post perfilado</a:t>
          </a:r>
          <a:endParaRPr lang="es-ES"/>
        </a:p>
      </dgm:t>
    </dgm:pt>
    <dgm:pt modelId="{BC2764D4-E61A-4252-B446-B9501B6579D4}" type="parTrans" cxnId="{B4C2106A-A612-4685-92C9-1CB9719A39EF}">
      <dgm:prSet/>
      <dgm:spPr/>
      <dgm:t>
        <a:bodyPr/>
        <a:lstStyle/>
        <a:p>
          <a:endParaRPr lang="es-ES"/>
        </a:p>
      </dgm:t>
    </dgm:pt>
    <dgm:pt modelId="{2A910BB7-0A1C-4063-8BD7-F757B835415B}" type="sibTrans" cxnId="{B4C2106A-A612-4685-92C9-1CB9719A39EF}">
      <dgm:prSet/>
      <dgm:spPr/>
      <dgm:t>
        <a:bodyPr/>
        <a:lstStyle/>
        <a:p>
          <a:endParaRPr lang="es-ES"/>
        </a:p>
      </dgm:t>
    </dgm:pt>
    <dgm:pt modelId="{59C257DA-CAAC-4CF2-8CB5-010161A0A1EB}" type="pres">
      <dgm:prSet presAssocID="{F6A4E86E-397D-47D2-A9AC-75F39FDDA1D8}" presName="Name0" presStyleCnt="0">
        <dgm:presLayoutVars>
          <dgm:dir/>
          <dgm:resizeHandles val="exact"/>
        </dgm:presLayoutVars>
      </dgm:prSet>
      <dgm:spPr/>
    </dgm:pt>
    <dgm:pt modelId="{50D2A5A9-1195-435F-B1BA-3411D25D8013}" type="pres">
      <dgm:prSet presAssocID="{0A22FAB7-5703-4E2B-BC61-B1497E6D329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F43C489-4481-4C78-88BB-E2E551CE8FB2}" type="pres">
      <dgm:prSet presAssocID="{F95AD6D4-4927-4BCE-9FA8-D72421C72ACA}" presName="sibTrans" presStyleLbl="sibTrans2D1" presStyleIdx="0" presStyleCnt="4"/>
      <dgm:spPr/>
      <dgm:t>
        <a:bodyPr/>
        <a:lstStyle/>
        <a:p>
          <a:endParaRPr lang="es-ES"/>
        </a:p>
      </dgm:t>
    </dgm:pt>
    <dgm:pt modelId="{219E9774-E318-4F12-8D42-E65D2ADCEBE4}" type="pres">
      <dgm:prSet presAssocID="{F95AD6D4-4927-4BCE-9FA8-D72421C72ACA}" presName="connectorText" presStyleLbl="sibTrans2D1" presStyleIdx="0" presStyleCnt="4"/>
      <dgm:spPr/>
      <dgm:t>
        <a:bodyPr/>
        <a:lstStyle/>
        <a:p>
          <a:endParaRPr lang="es-ES"/>
        </a:p>
      </dgm:t>
    </dgm:pt>
    <dgm:pt modelId="{4F190CAF-531D-4620-AEB1-3B89A454801D}" type="pres">
      <dgm:prSet presAssocID="{14048930-4026-4D72-ACDE-945F6124D6F1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ACCF235-9915-4086-85DF-5C7D10AB4FB1}" type="pres">
      <dgm:prSet presAssocID="{4A1A280B-5CDE-4DD4-9B7A-E2EF451457DA}" presName="sibTrans" presStyleLbl="sibTrans2D1" presStyleIdx="1" presStyleCnt="4"/>
      <dgm:spPr/>
      <dgm:t>
        <a:bodyPr/>
        <a:lstStyle/>
        <a:p>
          <a:endParaRPr lang="es-ES"/>
        </a:p>
      </dgm:t>
    </dgm:pt>
    <dgm:pt modelId="{4CFFFBC0-72A4-4B2D-847F-19591D2BA52B}" type="pres">
      <dgm:prSet presAssocID="{4A1A280B-5CDE-4DD4-9B7A-E2EF451457DA}" presName="connectorText" presStyleLbl="sibTrans2D1" presStyleIdx="1" presStyleCnt="4"/>
      <dgm:spPr/>
      <dgm:t>
        <a:bodyPr/>
        <a:lstStyle/>
        <a:p>
          <a:endParaRPr lang="es-ES"/>
        </a:p>
      </dgm:t>
    </dgm:pt>
    <dgm:pt modelId="{8DDD619C-6112-41F3-81EA-87097AD54BF7}" type="pres">
      <dgm:prSet presAssocID="{197EBB85-A17C-4198-A19D-1421095ADDF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706AE3F-F11E-434A-B7B8-42D6A3CB077F}" type="pres">
      <dgm:prSet presAssocID="{681BABB0-2EEB-40AA-AE65-37E971552145}" presName="sibTrans" presStyleLbl="sibTrans2D1" presStyleIdx="2" presStyleCnt="4"/>
      <dgm:spPr/>
      <dgm:t>
        <a:bodyPr/>
        <a:lstStyle/>
        <a:p>
          <a:endParaRPr lang="es-ES"/>
        </a:p>
      </dgm:t>
    </dgm:pt>
    <dgm:pt modelId="{54F9BE6F-4CAC-4CC5-A066-9736B21C822D}" type="pres">
      <dgm:prSet presAssocID="{681BABB0-2EEB-40AA-AE65-37E971552145}" presName="connectorText" presStyleLbl="sibTrans2D1" presStyleIdx="2" presStyleCnt="4"/>
      <dgm:spPr/>
      <dgm:t>
        <a:bodyPr/>
        <a:lstStyle/>
        <a:p>
          <a:endParaRPr lang="es-ES"/>
        </a:p>
      </dgm:t>
    </dgm:pt>
    <dgm:pt modelId="{8546B09D-EADD-4269-AD0E-09F836DF148B}" type="pres">
      <dgm:prSet presAssocID="{A770CC01-4C97-4EA8-9B27-E5389ECED824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C2C4DD3-7816-4059-BC62-AF3362E9F584}" type="pres">
      <dgm:prSet presAssocID="{ED80A477-31A8-434E-A7D4-B8A1464D54A6}" presName="sibTrans" presStyleLbl="sibTrans2D1" presStyleIdx="3" presStyleCnt="4"/>
      <dgm:spPr/>
      <dgm:t>
        <a:bodyPr/>
        <a:lstStyle/>
        <a:p>
          <a:endParaRPr lang="es-ES"/>
        </a:p>
      </dgm:t>
    </dgm:pt>
    <dgm:pt modelId="{A218D163-BA4A-439F-8BCB-E02E5747908E}" type="pres">
      <dgm:prSet presAssocID="{ED80A477-31A8-434E-A7D4-B8A1464D54A6}" presName="connectorText" presStyleLbl="sibTrans2D1" presStyleIdx="3" presStyleCnt="4"/>
      <dgm:spPr/>
      <dgm:t>
        <a:bodyPr/>
        <a:lstStyle/>
        <a:p>
          <a:endParaRPr lang="es-ES"/>
        </a:p>
      </dgm:t>
    </dgm:pt>
    <dgm:pt modelId="{8248A79C-5F24-41F1-9C07-AF61315654E3}" type="pres">
      <dgm:prSet presAssocID="{7DBFFDCE-01A8-4F4D-893F-300C63C67BE2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56403B79-112E-4C33-8233-D36A6A61C4FC}" type="presOf" srcId="{A770CC01-4C97-4EA8-9B27-E5389ECED824}" destId="{8546B09D-EADD-4269-AD0E-09F836DF148B}" srcOrd="0" destOrd="0" presId="urn:microsoft.com/office/officeart/2005/8/layout/process1"/>
    <dgm:cxn modelId="{8DCB1B9C-8CA1-459B-8282-C6DA9E38295E}" srcId="{F6A4E86E-397D-47D2-A9AC-75F39FDDA1D8}" destId="{A770CC01-4C97-4EA8-9B27-E5389ECED824}" srcOrd="3" destOrd="0" parTransId="{D4B8E95A-EA09-4049-9242-752E7050BEA9}" sibTransId="{ED80A477-31A8-434E-A7D4-B8A1464D54A6}"/>
    <dgm:cxn modelId="{EED432FF-67B6-4EE1-9639-20C1D8A2300F}" type="presOf" srcId="{14048930-4026-4D72-ACDE-945F6124D6F1}" destId="{4F190CAF-531D-4620-AEB1-3B89A454801D}" srcOrd="0" destOrd="0" presId="urn:microsoft.com/office/officeart/2005/8/layout/process1"/>
    <dgm:cxn modelId="{25FED2AF-43DA-4772-85D8-77A2474D444E}" type="presOf" srcId="{F95AD6D4-4927-4BCE-9FA8-D72421C72ACA}" destId="{CF43C489-4481-4C78-88BB-E2E551CE8FB2}" srcOrd="0" destOrd="0" presId="urn:microsoft.com/office/officeart/2005/8/layout/process1"/>
    <dgm:cxn modelId="{8BA7680A-9E20-4AF6-9299-4360ACFE89C6}" type="presOf" srcId="{F6A4E86E-397D-47D2-A9AC-75F39FDDA1D8}" destId="{59C257DA-CAAC-4CF2-8CB5-010161A0A1EB}" srcOrd="0" destOrd="0" presId="urn:microsoft.com/office/officeart/2005/8/layout/process1"/>
    <dgm:cxn modelId="{5EF3BDFA-7BF8-46FA-815E-A487D71E7C3D}" type="presOf" srcId="{0A22FAB7-5703-4E2B-BC61-B1497E6D329E}" destId="{50D2A5A9-1195-435F-B1BA-3411D25D8013}" srcOrd="0" destOrd="0" presId="urn:microsoft.com/office/officeart/2005/8/layout/process1"/>
    <dgm:cxn modelId="{AA3C14DE-39D3-436C-AE20-8DAF19C8CE43}" type="presOf" srcId="{197EBB85-A17C-4198-A19D-1421095ADDFD}" destId="{8DDD619C-6112-41F3-81EA-87097AD54BF7}" srcOrd="0" destOrd="0" presId="urn:microsoft.com/office/officeart/2005/8/layout/process1"/>
    <dgm:cxn modelId="{6CACC0B6-E04C-4FA7-916B-30AA99CE7B73}" type="presOf" srcId="{F95AD6D4-4927-4BCE-9FA8-D72421C72ACA}" destId="{219E9774-E318-4F12-8D42-E65D2ADCEBE4}" srcOrd="1" destOrd="0" presId="urn:microsoft.com/office/officeart/2005/8/layout/process1"/>
    <dgm:cxn modelId="{B4C2106A-A612-4685-92C9-1CB9719A39EF}" srcId="{F6A4E86E-397D-47D2-A9AC-75F39FDDA1D8}" destId="{7DBFFDCE-01A8-4F4D-893F-300C63C67BE2}" srcOrd="4" destOrd="0" parTransId="{BC2764D4-E61A-4252-B446-B9501B6579D4}" sibTransId="{2A910BB7-0A1C-4063-8BD7-F757B835415B}"/>
    <dgm:cxn modelId="{3A92BC8F-B186-4981-93B2-7AD38103D592}" type="presOf" srcId="{681BABB0-2EEB-40AA-AE65-37E971552145}" destId="{3706AE3F-F11E-434A-B7B8-42D6A3CB077F}" srcOrd="0" destOrd="0" presId="urn:microsoft.com/office/officeart/2005/8/layout/process1"/>
    <dgm:cxn modelId="{9AD53A54-5B4C-470F-BFE5-A8780266D653}" type="presOf" srcId="{7DBFFDCE-01A8-4F4D-893F-300C63C67BE2}" destId="{8248A79C-5F24-41F1-9C07-AF61315654E3}" srcOrd="0" destOrd="0" presId="urn:microsoft.com/office/officeart/2005/8/layout/process1"/>
    <dgm:cxn modelId="{F04F3CC5-2B51-400F-B6BB-7AE5EAFE67BC}" srcId="{F6A4E86E-397D-47D2-A9AC-75F39FDDA1D8}" destId="{14048930-4026-4D72-ACDE-945F6124D6F1}" srcOrd="1" destOrd="0" parTransId="{FF6B740D-ED09-4CAA-B1D3-7D7CE17E7045}" sibTransId="{4A1A280B-5CDE-4DD4-9B7A-E2EF451457DA}"/>
    <dgm:cxn modelId="{D2C01778-7020-401E-B223-A6578BC6D3AE}" type="presOf" srcId="{ED80A477-31A8-434E-A7D4-B8A1464D54A6}" destId="{3C2C4DD3-7816-4059-BC62-AF3362E9F584}" srcOrd="0" destOrd="0" presId="urn:microsoft.com/office/officeart/2005/8/layout/process1"/>
    <dgm:cxn modelId="{C1B58E0A-30B5-42AD-A15C-B5AEA11F4E6D}" srcId="{F6A4E86E-397D-47D2-A9AC-75F39FDDA1D8}" destId="{0A22FAB7-5703-4E2B-BC61-B1497E6D329E}" srcOrd="0" destOrd="0" parTransId="{15FCAD1D-4AC1-4397-A2D6-E5E79FEDD5BD}" sibTransId="{F95AD6D4-4927-4BCE-9FA8-D72421C72ACA}"/>
    <dgm:cxn modelId="{C5C029C1-0159-44C8-83DE-82D26E5B59FB}" type="presOf" srcId="{4A1A280B-5CDE-4DD4-9B7A-E2EF451457DA}" destId="{AACCF235-9915-4086-85DF-5C7D10AB4FB1}" srcOrd="0" destOrd="0" presId="urn:microsoft.com/office/officeart/2005/8/layout/process1"/>
    <dgm:cxn modelId="{A05B5686-B165-4F76-97B5-042ABEFD544B}" type="presOf" srcId="{ED80A477-31A8-434E-A7D4-B8A1464D54A6}" destId="{A218D163-BA4A-439F-8BCB-E02E5747908E}" srcOrd="1" destOrd="0" presId="urn:microsoft.com/office/officeart/2005/8/layout/process1"/>
    <dgm:cxn modelId="{CE0CA2F0-7718-4B26-8AE6-F25A313DADE7}" type="presOf" srcId="{681BABB0-2EEB-40AA-AE65-37E971552145}" destId="{54F9BE6F-4CAC-4CC5-A066-9736B21C822D}" srcOrd="1" destOrd="0" presId="urn:microsoft.com/office/officeart/2005/8/layout/process1"/>
    <dgm:cxn modelId="{DC6B4BBC-8985-462D-A636-C528F08C3929}" srcId="{F6A4E86E-397D-47D2-A9AC-75F39FDDA1D8}" destId="{197EBB85-A17C-4198-A19D-1421095ADDFD}" srcOrd="2" destOrd="0" parTransId="{EBA899C7-6C67-48B6-8D0F-11A9E849D2CF}" sibTransId="{681BABB0-2EEB-40AA-AE65-37E971552145}"/>
    <dgm:cxn modelId="{38323304-27F7-4381-A551-B341CE80CE68}" type="presOf" srcId="{4A1A280B-5CDE-4DD4-9B7A-E2EF451457DA}" destId="{4CFFFBC0-72A4-4B2D-847F-19591D2BA52B}" srcOrd="1" destOrd="0" presId="urn:microsoft.com/office/officeart/2005/8/layout/process1"/>
    <dgm:cxn modelId="{78F395FF-9C72-44EE-A508-21C3150D752C}" type="presParOf" srcId="{59C257DA-CAAC-4CF2-8CB5-010161A0A1EB}" destId="{50D2A5A9-1195-435F-B1BA-3411D25D8013}" srcOrd="0" destOrd="0" presId="urn:microsoft.com/office/officeart/2005/8/layout/process1"/>
    <dgm:cxn modelId="{B133A6A4-5150-4EE6-A2C0-C44EC43A5168}" type="presParOf" srcId="{59C257DA-CAAC-4CF2-8CB5-010161A0A1EB}" destId="{CF43C489-4481-4C78-88BB-E2E551CE8FB2}" srcOrd="1" destOrd="0" presId="urn:microsoft.com/office/officeart/2005/8/layout/process1"/>
    <dgm:cxn modelId="{FC8A1C70-277F-44A3-A83F-05DC9AC52EF9}" type="presParOf" srcId="{CF43C489-4481-4C78-88BB-E2E551CE8FB2}" destId="{219E9774-E318-4F12-8D42-E65D2ADCEBE4}" srcOrd="0" destOrd="0" presId="urn:microsoft.com/office/officeart/2005/8/layout/process1"/>
    <dgm:cxn modelId="{276FD869-A7D7-4B50-B0E3-9B12A5AFADA8}" type="presParOf" srcId="{59C257DA-CAAC-4CF2-8CB5-010161A0A1EB}" destId="{4F190CAF-531D-4620-AEB1-3B89A454801D}" srcOrd="2" destOrd="0" presId="urn:microsoft.com/office/officeart/2005/8/layout/process1"/>
    <dgm:cxn modelId="{EE7DA84A-0C00-4FF2-B6F7-712CFCA72B62}" type="presParOf" srcId="{59C257DA-CAAC-4CF2-8CB5-010161A0A1EB}" destId="{AACCF235-9915-4086-85DF-5C7D10AB4FB1}" srcOrd="3" destOrd="0" presId="urn:microsoft.com/office/officeart/2005/8/layout/process1"/>
    <dgm:cxn modelId="{7C8C16E9-2E05-4560-9D28-A59DC238A4F5}" type="presParOf" srcId="{AACCF235-9915-4086-85DF-5C7D10AB4FB1}" destId="{4CFFFBC0-72A4-4B2D-847F-19591D2BA52B}" srcOrd="0" destOrd="0" presId="urn:microsoft.com/office/officeart/2005/8/layout/process1"/>
    <dgm:cxn modelId="{AB5C90C9-6591-43AE-8D1E-DEBDEA032F8F}" type="presParOf" srcId="{59C257DA-CAAC-4CF2-8CB5-010161A0A1EB}" destId="{8DDD619C-6112-41F3-81EA-87097AD54BF7}" srcOrd="4" destOrd="0" presId="urn:microsoft.com/office/officeart/2005/8/layout/process1"/>
    <dgm:cxn modelId="{93287FA9-032D-4FF2-9875-6F292933D79B}" type="presParOf" srcId="{59C257DA-CAAC-4CF2-8CB5-010161A0A1EB}" destId="{3706AE3F-F11E-434A-B7B8-42D6A3CB077F}" srcOrd="5" destOrd="0" presId="urn:microsoft.com/office/officeart/2005/8/layout/process1"/>
    <dgm:cxn modelId="{DFE75ED3-8F03-4791-8414-5693A44EDB9D}" type="presParOf" srcId="{3706AE3F-F11E-434A-B7B8-42D6A3CB077F}" destId="{54F9BE6F-4CAC-4CC5-A066-9736B21C822D}" srcOrd="0" destOrd="0" presId="urn:microsoft.com/office/officeart/2005/8/layout/process1"/>
    <dgm:cxn modelId="{314EE144-C625-4DA6-9901-70EA67F72A26}" type="presParOf" srcId="{59C257DA-CAAC-4CF2-8CB5-010161A0A1EB}" destId="{8546B09D-EADD-4269-AD0E-09F836DF148B}" srcOrd="6" destOrd="0" presId="urn:microsoft.com/office/officeart/2005/8/layout/process1"/>
    <dgm:cxn modelId="{68E8EE87-5214-4BB7-B90E-76B41BEEA9DC}" type="presParOf" srcId="{59C257DA-CAAC-4CF2-8CB5-010161A0A1EB}" destId="{3C2C4DD3-7816-4059-BC62-AF3362E9F584}" srcOrd="7" destOrd="0" presId="urn:microsoft.com/office/officeart/2005/8/layout/process1"/>
    <dgm:cxn modelId="{2BDE44A9-8D60-4E6A-B6DE-55EF78028C1D}" type="presParOf" srcId="{3C2C4DD3-7816-4059-BC62-AF3362E9F584}" destId="{A218D163-BA4A-439F-8BCB-E02E5747908E}" srcOrd="0" destOrd="0" presId="urn:microsoft.com/office/officeart/2005/8/layout/process1"/>
    <dgm:cxn modelId="{6944CCD6-CE41-48F2-AC05-6F9E242AF24F}" type="presParOf" srcId="{59C257DA-CAAC-4CF2-8CB5-010161A0A1EB}" destId="{8248A79C-5F24-41F1-9C07-AF61315654E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F3A9AE-4B7A-4E16-AF22-2EDE7E41614F}" type="doc">
      <dgm:prSet loTypeId="urn:microsoft.com/office/officeart/2005/8/layout/process1" loCatId="process" qsTypeId="urn:microsoft.com/office/officeart/2005/8/quickstyle/simple1" qsCatId="simple" csTypeId="urn:microsoft.com/office/officeart/2005/8/colors/accent5_1" csCatId="accent5" phldr="1"/>
      <dgm:spPr/>
    </dgm:pt>
    <dgm:pt modelId="{82510C3E-BC59-4E96-8D78-1960227A5917}">
      <dgm:prSet phldrT="[Texto]"/>
      <dgm:spPr/>
      <dgm:t>
        <a:bodyPr/>
        <a:lstStyle/>
        <a:p>
          <a:r>
            <a:rPr lang="es-ES" dirty="0" smtClean="0"/>
            <a:t>Estandarización por escalado</a:t>
          </a:r>
          <a:endParaRPr lang="es-ES" dirty="0"/>
        </a:p>
      </dgm:t>
    </dgm:pt>
    <dgm:pt modelId="{AA569539-CA39-483F-88B4-DE63A348F854}" type="parTrans" cxnId="{6673F3D2-502A-4619-96CB-31C28196D125}">
      <dgm:prSet/>
      <dgm:spPr/>
      <dgm:t>
        <a:bodyPr/>
        <a:lstStyle/>
        <a:p>
          <a:endParaRPr lang="es-ES"/>
        </a:p>
      </dgm:t>
    </dgm:pt>
    <dgm:pt modelId="{F193E549-12D2-4EE9-B858-687F6C680ECA}" type="sibTrans" cxnId="{6673F3D2-502A-4619-96CB-31C28196D125}">
      <dgm:prSet/>
      <dgm:spPr/>
      <dgm:t>
        <a:bodyPr/>
        <a:lstStyle/>
        <a:p>
          <a:endParaRPr lang="es-ES"/>
        </a:p>
      </dgm:t>
    </dgm:pt>
    <dgm:pt modelId="{796C8FC6-7426-4956-A29E-B328E0556830}">
      <dgm:prSet phldrT="[Texto]"/>
      <dgm:spPr/>
      <dgm:t>
        <a:bodyPr/>
        <a:lstStyle/>
        <a:p>
          <a:r>
            <a:rPr lang="es-ES" dirty="0" smtClean="0"/>
            <a:t>Eliminación de variables redundantes</a:t>
          </a:r>
          <a:endParaRPr lang="es-ES" dirty="0"/>
        </a:p>
      </dgm:t>
    </dgm:pt>
    <dgm:pt modelId="{EAB6BF12-82DC-45C5-B94C-1173545F4B5B}" type="parTrans" cxnId="{5CA23729-3AE9-4687-98B6-13D65BA7207D}">
      <dgm:prSet/>
      <dgm:spPr/>
      <dgm:t>
        <a:bodyPr/>
        <a:lstStyle/>
        <a:p>
          <a:endParaRPr lang="es-ES"/>
        </a:p>
      </dgm:t>
    </dgm:pt>
    <dgm:pt modelId="{9BD48834-D380-4CFC-AEB1-0B282A931083}" type="sibTrans" cxnId="{5CA23729-3AE9-4687-98B6-13D65BA7207D}">
      <dgm:prSet/>
      <dgm:spPr/>
      <dgm:t>
        <a:bodyPr/>
        <a:lstStyle/>
        <a:p>
          <a:endParaRPr lang="es-ES"/>
        </a:p>
      </dgm:t>
    </dgm:pt>
    <dgm:pt modelId="{9F2904E4-3341-4B8B-8C54-F108F9F5A8F0}">
      <dgm:prSet phldrT="[Texto]"/>
      <dgm:spPr/>
      <dgm:t>
        <a:bodyPr/>
        <a:lstStyle/>
        <a:p>
          <a:r>
            <a:rPr lang="es-ES" dirty="0" smtClean="0"/>
            <a:t>Minería de datos</a:t>
          </a:r>
          <a:endParaRPr lang="es-ES" dirty="0"/>
        </a:p>
      </dgm:t>
    </dgm:pt>
    <dgm:pt modelId="{22EAD83D-EC1F-4458-A0A5-68D68339B801}" type="parTrans" cxnId="{006D479A-42C3-4EEA-A4F2-B67A70622405}">
      <dgm:prSet/>
      <dgm:spPr/>
      <dgm:t>
        <a:bodyPr/>
        <a:lstStyle/>
        <a:p>
          <a:endParaRPr lang="es-ES"/>
        </a:p>
      </dgm:t>
    </dgm:pt>
    <dgm:pt modelId="{1A3522CB-6A85-4300-9D91-634498E90F00}" type="sibTrans" cxnId="{006D479A-42C3-4EEA-A4F2-B67A70622405}">
      <dgm:prSet/>
      <dgm:spPr/>
      <dgm:t>
        <a:bodyPr/>
        <a:lstStyle/>
        <a:p>
          <a:endParaRPr lang="es-ES"/>
        </a:p>
      </dgm:t>
    </dgm:pt>
    <dgm:pt modelId="{6BFD42AD-A858-48DE-A416-BAF4FBF2C842}" type="pres">
      <dgm:prSet presAssocID="{77F3A9AE-4B7A-4E16-AF22-2EDE7E41614F}" presName="Name0" presStyleCnt="0">
        <dgm:presLayoutVars>
          <dgm:dir/>
          <dgm:resizeHandles val="exact"/>
        </dgm:presLayoutVars>
      </dgm:prSet>
      <dgm:spPr/>
    </dgm:pt>
    <dgm:pt modelId="{9E26D726-5F6A-4A04-BB5D-0D9CECBA040E}" type="pres">
      <dgm:prSet presAssocID="{82510C3E-BC59-4E96-8D78-1960227A5917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760BC9F-AFDD-4637-BA04-635C53537B05}" type="pres">
      <dgm:prSet presAssocID="{F193E549-12D2-4EE9-B858-687F6C680ECA}" presName="sibTrans" presStyleLbl="sibTrans2D1" presStyleIdx="0" presStyleCnt="2"/>
      <dgm:spPr/>
    </dgm:pt>
    <dgm:pt modelId="{6895176E-47C4-47F2-BFB2-736B7ADF1C4F}" type="pres">
      <dgm:prSet presAssocID="{F193E549-12D2-4EE9-B858-687F6C680ECA}" presName="connectorText" presStyleLbl="sibTrans2D1" presStyleIdx="0" presStyleCnt="2"/>
      <dgm:spPr/>
    </dgm:pt>
    <dgm:pt modelId="{41183D81-8D02-41DE-AB81-52DFB97D79B0}" type="pres">
      <dgm:prSet presAssocID="{796C8FC6-7426-4956-A29E-B328E0556830}" presName="node" presStyleLbl="node1" presStyleIdx="1" presStyleCnt="3">
        <dgm:presLayoutVars>
          <dgm:bulletEnabled val="1"/>
        </dgm:presLayoutVars>
      </dgm:prSet>
      <dgm:spPr/>
    </dgm:pt>
    <dgm:pt modelId="{A8957E3F-401D-4711-A03D-60F0BDF0BC90}" type="pres">
      <dgm:prSet presAssocID="{9BD48834-D380-4CFC-AEB1-0B282A931083}" presName="sibTrans" presStyleLbl="sibTrans2D1" presStyleIdx="1" presStyleCnt="2"/>
      <dgm:spPr/>
    </dgm:pt>
    <dgm:pt modelId="{D22C3883-5A84-460D-91BD-4B9092C39B08}" type="pres">
      <dgm:prSet presAssocID="{9BD48834-D380-4CFC-AEB1-0B282A931083}" presName="connectorText" presStyleLbl="sibTrans2D1" presStyleIdx="1" presStyleCnt="2"/>
      <dgm:spPr/>
    </dgm:pt>
    <dgm:pt modelId="{7F4AE04B-16F7-4320-871B-4EB03A91BD40}" type="pres">
      <dgm:prSet presAssocID="{9F2904E4-3341-4B8B-8C54-F108F9F5A8F0}" presName="node" presStyleLbl="node1" presStyleIdx="2" presStyleCnt="3">
        <dgm:presLayoutVars>
          <dgm:bulletEnabled val="1"/>
        </dgm:presLayoutVars>
      </dgm:prSet>
      <dgm:spPr/>
    </dgm:pt>
  </dgm:ptLst>
  <dgm:cxnLst>
    <dgm:cxn modelId="{EC949A7B-64C8-449B-A720-B5A804A026DE}" type="presOf" srcId="{F193E549-12D2-4EE9-B858-687F6C680ECA}" destId="{D760BC9F-AFDD-4637-BA04-635C53537B05}" srcOrd="0" destOrd="0" presId="urn:microsoft.com/office/officeart/2005/8/layout/process1"/>
    <dgm:cxn modelId="{006D479A-42C3-4EEA-A4F2-B67A70622405}" srcId="{77F3A9AE-4B7A-4E16-AF22-2EDE7E41614F}" destId="{9F2904E4-3341-4B8B-8C54-F108F9F5A8F0}" srcOrd="2" destOrd="0" parTransId="{22EAD83D-EC1F-4458-A0A5-68D68339B801}" sibTransId="{1A3522CB-6A85-4300-9D91-634498E90F00}"/>
    <dgm:cxn modelId="{5CA23729-3AE9-4687-98B6-13D65BA7207D}" srcId="{77F3A9AE-4B7A-4E16-AF22-2EDE7E41614F}" destId="{796C8FC6-7426-4956-A29E-B328E0556830}" srcOrd="1" destOrd="0" parTransId="{EAB6BF12-82DC-45C5-B94C-1173545F4B5B}" sibTransId="{9BD48834-D380-4CFC-AEB1-0B282A931083}"/>
    <dgm:cxn modelId="{950595AB-77AD-4444-8906-92B8FCA5F3DF}" type="presOf" srcId="{796C8FC6-7426-4956-A29E-B328E0556830}" destId="{41183D81-8D02-41DE-AB81-52DFB97D79B0}" srcOrd="0" destOrd="0" presId="urn:microsoft.com/office/officeart/2005/8/layout/process1"/>
    <dgm:cxn modelId="{019C1BE2-054B-42F4-BD65-66F9F224739D}" type="presOf" srcId="{9BD48834-D380-4CFC-AEB1-0B282A931083}" destId="{D22C3883-5A84-460D-91BD-4B9092C39B08}" srcOrd="1" destOrd="0" presId="urn:microsoft.com/office/officeart/2005/8/layout/process1"/>
    <dgm:cxn modelId="{56927685-E1F4-46A8-8DFC-8D9C6D966395}" type="presOf" srcId="{F193E549-12D2-4EE9-B858-687F6C680ECA}" destId="{6895176E-47C4-47F2-BFB2-736B7ADF1C4F}" srcOrd="1" destOrd="0" presId="urn:microsoft.com/office/officeart/2005/8/layout/process1"/>
    <dgm:cxn modelId="{FA2211FC-06D4-457E-A281-A991908F8A06}" type="presOf" srcId="{9BD48834-D380-4CFC-AEB1-0B282A931083}" destId="{A8957E3F-401D-4711-A03D-60F0BDF0BC90}" srcOrd="0" destOrd="0" presId="urn:microsoft.com/office/officeart/2005/8/layout/process1"/>
    <dgm:cxn modelId="{0D4B7A1D-F0C1-4356-A7D3-4719DDF36738}" type="presOf" srcId="{77F3A9AE-4B7A-4E16-AF22-2EDE7E41614F}" destId="{6BFD42AD-A858-48DE-A416-BAF4FBF2C842}" srcOrd="0" destOrd="0" presId="urn:microsoft.com/office/officeart/2005/8/layout/process1"/>
    <dgm:cxn modelId="{1ECEAFA5-AD6B-49EE-9001-56D77C3965A9}" type="presOf" srcId="{9F2904E4-3341-4B8B-8C54-F108F9F5A8F0}" destId="{7F4AE04B-16F7-4320-871B-4EB03A91BD40}" srcOrd="0" destOrd="0" presId="urn:microsoft.com/office/officeart/2005/8/layout/process1"/>
    <dgm:cxn modelId="{6673F3D2-502A-4619-96CB-31C28196D125}" srcId="{77F3A9AE-4B7A-4E16-AF22-2EDE7E41614F}" destId="{82510C3E-BC59-4E96-8D78-1960227A5917}" srcOrd="0" destOrd="0" parTransId="{AA569539-CA39-483F-88B4-DE63A348F854}" sibTransId="{F193E549-12D2-4EE9-B858-687F6C680ECA}"/>
    <dgm:cxn modelId="{83D4CE5E-813E-40F5-91F2-C69D61711F58}" type="presOf" srcId="{82510C3E-BC59-4E96-8D78-1960227A5917}" destId="{9E26D726-5F6A-4A04-BB5D-0D9CECBA040E}" srcOrd="0" destOrd="0" presId="urn:microsoft.com/office/officeart/2005/8/layout/process1"/>
    <dgm:cxn modelId="{FACBA8EF-14A1-4E08-95F1-10919C621768}" type="presParOf" srcId="{6BFD42AD-A858-48DE-A416-BAF4FBF2C842}" destId="{9E26D726-5F6A-4A04-BB5D-0D9CECBA040E}" srcOrd="0" destOrd="0" presId="urn:microsoft.com/office/officeart/2005/8/layout/process1"/>
    <dgm:cxn modelId="{29CBA6D1-0540-418A-AD99-ED53703E960E}" type="presParOf" srcId="{6BFD42AD-A858-48DE-A416-BAF4FBF2C842}" destId="{D760BC9F-AFDD-4637-BA04-635C53537B05}" srcOrd="1" destOrd="0" presId="urn:microsoft.com/office/officeart/2005/8/layout/process1"/>
    <dgm:cxn modelId="{ED6FC659-DA28-4252-9068-BCB282026B20}" type="presParOf" srcId="{D760BC9F-AFDD-4637-BA04-635C53537B05}" destId="{6895176E-47C4-47F2-BFB2-736B7ADF1C4F}" srcOrd="0" destOrd="0" presId="urn:microsoft.com/office/officeart/2005/8/layout/process1"/>
    <dgm:cxn modelId="{80C42BBE-C5FD-4416-BD0F-BDDA015E3725}" type="presParOf" srcId="{6BFD42AD-A858-48DE-A416-BAF4FBF2C842}" destId="{41183D81-8D02-41DE-AB81-52DFB97D79B0}" srcOrd="2" destOrd="0" presId="urn:microsoft.com/office/officeart/2005/8/layout/process1"/>
    <dgm:cxn modelId="{429DD6A4-8F20-44BE-AA37-8309DD7E3CD5}" type="presParOf" srcId="{6BFD42AD-A858-48DE-A416-BAF4FBF2C842}" destId="{A8957E3F-401D-4711-A03D-60F0BDF0BC90}" srcOrd="3" destOrd="0" presId="urn:microsoft.com/office/officeart/2005/8/layout/process1"/>
    <dgm:cxn modelId="{B87ECD2F-8810-4567-A5C9-76DA670C4C4D}" type="presParOf" srcId="{A8957E3F-401D-4711-A03D-60F0BDF0BC90}" destId="{D22C3883-5A84-460D-91BD-4B9092C39B08}" srcOrd="0" destOrd="0" presId="urn:microsoft.com/office/officeart/2005/8/layout/process1"/>
    <dgm:cxn modelId="{D448360E-6497-45CA-B74C-28B5FAA6E3B5}" type="presParOf" srcId="{6BFD42AD-A858-48DE-A416-BAF4FBF2C842}" destId="{7F4AE04B-16F7-4320-871B-4EB03A91BD4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2A5A9-1195-435F-B1BA-3411D25D8013}">
      <dsp:nvSpPr>
        <dsp:cNvPr id="0" name=""/>
        <dsp:cNvSpPr/>
      </dsp:nvSpPr>
      <dsp:spPr>
        <a:xfrm>
          <a:off x="4393" y="2385977"/>
          <a:ext cx="1362112" cy="817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500" kern="1200" dirty="0" smtClean="0"/>
            <a:t>Pre perfilado</a:t>
          </a:r>
          <a:endParaRPr lang="es-ES" sz="1500" kern="1200" dirty="0"/>
        </a:p>
      </dsp:txBody>
      <dsp:txXfrm>
        <a:off x="28330" y="2409914"/>
        <a:ext cx="1314238" cy="769393"/>
      </dsp:txXfrm>
    </dsp:sp>
    <dsp:sp modelId="{CF43C489-4481-4C78-88BB-E2E551CE8FB2}">
      <dsp:nvSpPr>
        <dsp:cNvPr id="0" name=""/>
        <dsp:cNvSpPr/>
      </dsp:nvSpPr>
      <dsp:spPr>
        <a:xfrm>
          <a:off x="1502717" y="2625709"/>
          <a:ext cx="288767" cy="3378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200" kern="1200"/>
        </a:p>
      </dsp:txBody>
      <dsp:txXfrm>
        <a:off x="1502717" y="2693270"/>
        <a:ext cx="202137" cy="202681"/>
      </dsp:txXfrm>
    </dsp:sp>
    <dsp:sp modelId="{4F190CAF-531D-4620-AEB1-3B89A454801D}">
      <dsp:nvSpPr>
        <dsp:cNvPr id="0" name=""/>
        <dsp:cNvSpPr/>
      </dsp:nvSpPr>
      <dsp:spPr>
        <a:xfrm>
          <a:off x="1911351" y="2385977"/>
          <a:ext cx="1362112" cy="817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500" kern="1200" smtClean="0"/>
            <a:t>Limpieza</a:t>
          </a:r>
          <a:endParaRPr lang="es-ES" sz="1500" kern="1200"/>
        </a:p>
      </dsp:txBody>
      <dsp:txXfrm>
        <a:off x="1935288" y="2409914"/>
        <a:ext cx="1314238" cy="769393"/>
      </dsp:txXfrm>
    </dsp:sp>
    <dsp:sp modelId="{AACCF235-9915-4086-85DF-5C7D10AB4FB1}">
      <dsp:nvSpPr>
        <dsp:cNvPr id="0" name=""/>
        <dsp:cNvSpPr/>
      </dsp:nvSpPr>
      <dsp:spPr>
        <a:xfrm>
          <a:off x="3409675" y="2625709"/>
          <a:ext cx="288767" cy="3378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200" kern="1200"/>
        </a:p>
      </dsp:txBody>
      <dsp:txXfrm>
        <a:off x="3409675" y="2693270"/>
        <a:ext cx="202137" cy="202681"/>
      </dsp:txXfrm>
    </dsp:sp>
    <dsp:sp modelId="{8DDD619C-6112-41F3-81EA-87097AD54BF7}">
      <dsp:nvSpPr>
        <dsp:cNvPr id="0" name=""/>
        <dsp:cNvSpPr/>
      </dsp:nvSpPr>
      <dsp:spPr>
        <a:xfrm>
          <a:off x="3818308" y="2385977"/>
          <a:ext cx="1362112" cy="817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500" kern="1200" smtClean="0"/>
            <a:t>Transformación</a:t>
          </a:r>
          <a:endParaRPr lang="es-ES" sz="1500" kern="1200"/>
        </a:p>
      </dsp:txBody>
      <dsp:txXfrm>
        <a:off x="3842245" y="2409914"/>
        <a:ext cx="1314238" cy="769393"/>
      </dsp:txXfrm>
    </dsp:sp>
    <dsp:sp modelId="{3706AE3F-F11E-434A-B7B8-42D6A3CB077F}">
      <dsp:nvSpPr>
        <dsp:cNvPr id="0" name=""/>
        <dsp:cNvSpPr/>
      </dsp:nvSpPr>
      <dsp:spPr>
        <a:xfrm>
          <a:off x="5316632" y="2625709"/>
          <a:ext cx="288767" cy="3378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200" kern="1200"/>
        </a:p>
      </dsp:txBody>
      <dsp:txXfrm>
        <a:off x="5316632" y="2693270"/>
        <a:ext cx="202137" cy="202681"/>
      </dsp:txXfrm>
    </dsp:sp>
    <dsp:sp modelId="{8546B09D-EADD-4269-AD0E-09F836DF148B}">
      <dsp:nvSpPr>
        <dsp:cNvPr id="0" name=""/>
        <dsp:cNvSpPr/>
      </dsp:nvSpPr>
      <dsp:spPr>
        <a:xfrm>
          <a:off x="5725266" y="2385977"/>
          <a:ext cx="1362112" cy="817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500" kern="1200" smtClean="0"/>
            <a:t>Duplicidad</a:t>
          </a:r>
          <a:endParaRPr lang="es-ES" sz="1500" kern="1200"/>
        </a:p>
      </dsp:txBody>
      <dsp:txXfrm>
        <a:off x="5749203" y="2409914"/>
        <a:ext cx="1314238" cy="769393"/>
      </dsp:txXfrm>
    </dsp:sp>
    <dsp:sp modelId="{3C2C4DD3-7816-4059-BC62-AF3362E9F584}">
      <dsp:nvSpPr>
        <dsp:cNvPr id="0" name=""/>
        <dsp:cNvSpPr/>
      </dsp:nvSpPr>
      <dsp:spPr>
        <a:xfrm>
          <a:off x="7223589" y="2625709"/>
          <a:ext cx="288767" cy="3378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200" kern="1200"/>
        </a:p>
      </dsp:txBody>
      <dsp:txXfrm>
        <a:off x="7223589" y="2693270"/>
        <a:ext cx="202137" cy="202681"/>
      </dsp:txXfrm>
    </dsp:sp>
    <dsp:sp modelId="{8248A79C-5F24-41F1-9C07-AF61315654E3}">
      <dsp:nvSpPr>
        <dsp:cNvPr id="0" name=""/>
        <dsp:cNvSpPr/>
      </dsp:nvSpPr>
      <dsp:spPr>
        <a:xfrm>
          <a:off x="7632223" y="2385977"/>
          <a:ext cx="1362112" cy="817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500" kern="1200" smtClean="0"/>
            <a:t>Post perfilado</a:t>
          </a:r>
          <a:endParaRPr lang="es-ES" sz="1500" kern="1200"/>
        </a:p>
      </dsp:txBody>
      <dsp:txXfrm>
        <a:off x="7656160" y="2409914"/>
        <a:ext cx="1314238" cy="7693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6D726-5F6A-4A04-BB5D-0D9CECBA040E}">
      <dsp:nvSpPr>
        <dsp:cNvPr id="0" name=""/>
        <dsp:cNvSpPr/>
      </dsp:nvSpPr>
      <dsp:spPr>
        <a:xfrm>
          <a:off x="5135" y="1014331"/>
          <a:ext cx="1534820" cy="92089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Estandarización por escalado</a:t>
          </a:r>
          <a:endParaRPr lang="es-ES" sz="1600" kern="1200" dirty="0"/>
        </a:p>
      </dsp:txBody>
      <dsp:txXfrm>
        <a:off x="32107" y="1041303"/>
        <a:ext cx="1480876" cy="866948"/>
      </dsp:txXfrm>
    </dsp:sp>
    <dsp:sp modelId="{D760BC9F-AFDD-4637-BA04-635C53537B05}">
      <dsp:nvSpPr>
        <dsp:cNvPr id="0" name=""/>
        <dsp:cNvSpPr/>
      </dsp:nvSpPr>
      <dsp:spPr>
        <a:xfrm>
          <a:off x="1693437" y="1284460"/>
          <a:ext cx="325381" cy="3806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300" kern="1200"/>
        </a:p>
      </dsp:txBody>
      <dsp:txXfrm>
        <a:off x="1693437" y="1360587"/>
        <a:ext cx="227767" cy="228381"/>
      </dsp:txXfrm>
    </dsp:sp>
    <dsp:sp modelId="{41183D81-8D02-41DE-AB81-52DFB97D79B0}">
      <dsp:nvSpPr>
        <dsp:cNvPr id="0" name=""/>
        <dsp:cNvSpPr/>
      </dsp:nvSpPr>
      <dsp:spPr>
        <a:xfrm>
          <a:off x="2153884" y="1014331"/>
          <a:ext cx="1534820" cy="92089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Eliminación de variables redundantes</a:t>
          </a:r>
          <a:endParaRPr lang="es-ES" sz="1600" kern="1200" dirty="0"/>
        </a:p>
      </dsp:txBody>
      <dsp:txXfrm>
        <a:off x="2180856" y="1041303"/>
        <a:ext cx="1480876" cy="866948"/>
      </dsp:txXfrm>
    </dsp:sp>
    <dsp:sp modelId="{A8957E3F-401D-4711-A03D-60F0BDF0BC90}">
      <dsp:nvSpPr>
        <dsp:cNvPr id="0" name=""/>
        <dsp:cNvSpPr/>
      </dsp:nvSpPr>
      <dsp:spPr>
        <a:xfrm>
          <a:off x="3842186" y="1284460"/>
          <a:ext cx="325381" cy="3806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300" kern="1200"/>
        </a:p>
      </dsp:txBody>
      <dsp:txXfrm>
        <a:off x="3842186" y="1360587"/>
        <a:ext cx="227767" cy="228381"/>
      </dsp:txXfrm>
    </dsp:sp>
    <dsp:sp modelId="{7F4AE04B-16F7-4320-871B-4EB03A91BD40}">
      <dsp:nvSpPr>
        <dsp:cNvPr id="0" name=""/>
        <dsp:cNvSpPr/>
      </dsp:nvSpPr>
      <dsp:spPr>
        <a:xfrm>
          <a:off x="4302633" y="1014331"/>
          <a:ext cx="1534820" cy="92089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Minería de datos</a:t>
          </a:r>
          <a:endParaRPr lang="es-ES" sz="1600" kern="1200" dirty="0"/>
        </a:p>
      </dsp:txBody>
      <dsp:txXfrm>
        <a:off x="4329605" y="1041303"/>
        <a:ext cx="1480876" cy="866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69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56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83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40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2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37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3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06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39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4 Proyecto Miguel López</a:t>
            </a:r>
            <a:endParaRPr lang="es-MX" sz="4000" dirty="0">
              <a:solidFill>
                <a:srgbClr val="0F0967"/>
              </a:solidFill>
            </a:endParaRPr>
          </a:p>
        </p:txBody>
      </p:sp>
      <p:sp>
        <p:nvSpPr>
          <p:cNvPr id="18" name="Rectángulo redondeado 17"/>
          <p:cNvSpPr/>
          <p:nvPr/>
        </p:nvSpPr>
        <p:spPr>
          <a:xfrm>
            <a:off x="822960" y="3770830"/>
            <a:ext cx="6001966" cy="1540472"/>
          </a:xfrm>
          <a:prstGeom prst="roundRect">
            <a:avLst/>
          </a:prstGeom>
          <a:solidFill>
            <a:schemeClr val="tx2">
              <a:lumMod val="40000"/>
              <a:lumOff val="60000"/>
              <a:alpha val="57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3966940"/>
            <a:ext cx="5614805" cy="662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MX" dirty="0" smtClean="0">
                <a:solidFill>
                  <a:srgbClr val="0F0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 para Ciencia de Datos</a:t>
            </a:r>
          </a:p>
          <a:p>
            <a:pPr marL="0" indent="0">
              <a:buNone/>
            </a:pPr>
            <a:r>
              <a:rPr lang="es-MX" dirty="0" smtClean="0">
                <a:solidFill>
                  <a:srgbClr val="0F0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Posgrado en Ciencia e Ingeniería de la Computación</a:t>
            </a:r>
            <a:endParaRPr lang="es-MX" dirty="0" smtClean="0">
              <a:solidFill>
                <a:srgbClr val="0F0967"/>
              </a:solidFill>
            </a:endParaRPr>
          </a:p>
          <a:p>
            <a:pPr marL="0" indent="0">
              <a:buNone/>
            </a:pPr>
            <a:r>
              <a:rPr lang="es-MX" dirty="0" smtClean="0">
                <a:solidFill>
                  <a:srgbClr val="0F0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Miguel Angel López Sánchez</a:t>
            </a:r>
          </a:p>
          <a:p>
            <a:pPr marL="0" indent="0">
              <a:buNone/>
            </a:pPr>
            <a:r>
              <a:rPr lang="es-MX" dirty="0" smtClean="0">
                <a:solidFill>
                  <a:srgbClr val="0F0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de abril del 2026</a:t>
            </a:r>
          </a:p>
          <a:p>
            <a:pPr marL="0" indent="0">
              <a:buNone/>
            </a:pPr>
            <a:endParaRPr lang="es-MX" dirty="0">
              <a:solidFill>
                <a:srgbClr val="0F0967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634" y="5621516"/>
            <a:ext cx="3069898" cy="9531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Cambio en documento</a:t>
            </a:r>
            <a:endParaRPr lang="es-MX" sz="4000" dirty="0">
              <a:solidFill>
                <a:srgbClr val="0F096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1132608"/>
            <a:ext cx="10925092" cy="744830"/>
          </a:xfrm>
          <a:prstGeom prst="round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s-MX" dirty="0" smtClean="0">
                <a:solidFill>
                  <a:srgbClr val="0F0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ajustó el contenido para adaptarse al formato solicitado en las especificaciones del proyecto</a:t>
            </a:r>
          </a:p>
          <a:p>
            <a:pPr marL="0" indent="0">
              <a:lnSpc>
                <a:spcPct val="150000"/>
              </a:lnSpc>
              <a:buNone/>
            </a:pPr>
            <a:endParaRPr lang="es-MX" dirty="0">
              <a:solidFill>
                <a:srgbClr val="0F0967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963" y="2012986"/>
            <a:ext cx="3973424" cy="4216694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778" y="2006090"/>
            <a:ext cx="3787468" cy="4214225"/>
          </a:xfrm>
          <a:prstGeom prst="rect">
            <a:avLst/>
          </a:prstGeom>
        </p:spPr>
      </p:pic>
      <p:sp>
        <p:nvSpPr>
          <p:cNvPr id="12" name="Flecha derecha 11"/>
          <p:cNvSpPr/>
          <p:nvPr/>
        </p:nvSpPr>
        <p:spPr>
          <a:xfrm>
            <a:off x="5593404" y="3346315"/>
            <a:ext cx="1225685" cy="139105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6435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Arquitectura propuesta</a:t>
            </a:r>
            <a:endParaRPr lang="es-MX" sz="4000" dirty="0">
              <a:solidFill>
                <a:srgbClr val="0F0967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634" y="5621516"/>
            <a:ext cx="3069898" cy="9531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132608"/>
            <a:ext cx="10925092" cy="744830"/>
          </a:xfrm>
          <a:prstGeom prst="round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s-MX" smtClean="0">
                <a:solidFill>
                  <a:srgbClr val="0F09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trabajo igual para todas las bases de datos</a:t>
            </a:r>
            <a:endParaRPr lang="es-MX" dirty="0" smtClean="0">
              <a:solidFill>
                <a:srgbClr val="0F096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s-MX" dirty="0">
              <a:solidFill>
                <a:srgbClr val="0F0967"/>
              </a:solidFill>
            </a:endParaRP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3085986092"/>
              </p:ext>
            </p:extLst>
          </p:nvPr>
        </p:nvGraphicFramePr>
        <p:xfrm>
          <a:off x="1254223" y="432199"/>
          <a:ext cx="8998730" cy="5589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CuadroTexto 6"/>
          <p:cNvSpPr txBox="1"/>
          <p:nvPr/>
        </p:nvSpPr>
        <p:spPr>
          <a:xfrm>
            <a:off x="1254223" y="2152478"/>
            <a:ext cx="846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/>
              <a:t>Actual</a:t>
            </a:r>
            <a:endParaRPr lang="es-MX" sz="2000" dirty="0"/>
          </a:p>
        </p:txBody>
      </p:sp>
      <p:sp>
        <p:nvSpPr>
          <p:cNvPr id="10" name="CuadroTexto 9"/>
          <p:cNvSpPr txBox="1"/>
          <p:nvPr/>
        </p:nvSpPr>
        <p:spPr>
          <a:xfrm>
            <a:off x="1233251" y="4019578"/>
            <a:ext cx="1427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/>
              <a:t>En progreso</a:t>
            </a:r>
            <a:endParaRPr lang="es-MX" sz="2000" dirty="0"/>
          </a:p>
        </p:txBody>
      </p: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val="3396863585"/>
              </p:ext>
            </p:extLst>
          </p:nvPr>
        </p:nvGraphicFramePr>
        <p:xfrm>
          <a:off x="1209964" y="3908444"/>
          <a:ext cx="5842589" cy="29495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260820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Base de datos VIH_red_completa</a:t>
            </a:r>
            <a:endParaRPr lang="es-MX" sz="4000" dirty="0">
              <a:solidFill>
                <a:srgbClr val="0F096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55374" y="1132607"/>
            <a:ext cx="10925092" cy="5569750"/>
          </a:xfrm>
          <a:prstGeom prst="round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s-MX" dirty="0" smtClean="0">
                <a:solidFill>
                  <a:srgbClr val="0F0967"/>
                </a:solidFill>
              </a:rPr>
              <a:t>1) Pre </a:t>
            </a:r>
            <a:r>
              <a:rPr lang="es-MX" dirty="0" smtClean="0">
                <a:solidFill>
                  <a:srgbClr val="0F0967"/>
                </a:solidFill>
              </a:rPr>
              <a:t>perfilado					2) Limpieza y </a:t>
            </a:r>
            <a:r>
              <a:rPr lang="es-MX" dirty="0" smtClean="0">
                <a:solidFill>
                  <a:srgbClr val="0F0967"/>
                </a:solidFill>
              </a:rPr>
              <a:t>estandarización, agregado de Clase 							objetivo</a:t>
            </a:r>
            <a:r>
              <a:rPr lang="es-MX" dirty="0" smtClean="0">
                <a:solidFill>
                  <a:srgbClr val="0F0967"/>
                </a:solidFill>
              </a:rPr>
              <a:t>						</a:t>
            </a:r>
            <a:endParaRPr lang="es-MX" dirty="0">
              <a:solidFill>
                <a:srgbClr val="0F0967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417" y="1999243"/>
            <a:ext cx="3996906" cy="426294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507" y="2370349"/>
            <a:ext cx="4785775" cy="253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3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Base de datos VIH_red_completa</a:t>
            </a:r>
            <a:endParaRPr lang="es-MX" sz="4000" dirty="0">
              <a:solidFill>
                <a:srgbClr val="0F096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55374" y="1132607"/>
            <a:ext cx="10925092" cy="5569750"/>
          </a:xfrm>
          <a:prstGeom prst="round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s-MX">
                <a:solidFill>
                  <a:srgbClr val="0F0967"/>
                </a:solidFill>
              </a:rPr>
              <a:t>3</a:t>
            </a:r>
            <a:r>
              <a:rPr lang="es-MX" smtClean="0">
                <a:solidFill>
                  <a:srgbClr val="0F0967"/>
                </a:solidFill>
              </a:rPr>
              <a:t>) Detección y eliminación de duplicados		4) Post perfilado 						</a:t>
            </a:r>
            <a:endParaRPr lang="es-MX" dirty="0">
              <a:solidFill>
                <a:srgbClr val="0F0967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362" y="1999243"/>
            <a:ext cx="3673158" cy="406181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8996" y="2066758"/>
            <a:ext cx="4932598" cy="399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9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Base de datos </a:t>
            </a:r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HGM Consultas otorgadas</a:t>
            </a:r>
            <a:endParaRPr lang="es-MX" sz="4000" dirty="0">
              <a:solidFill>
                <a:srgbClr val="0F096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55374" y="1132607"/>
            <a:ext cx="10925092" cy="5569750"/>
          </a:xfrm>
          <a:prstGeom prst="round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s-MX" dirty="0" smtClean="0">
                <a:solidFill>
                  <a:srgbClr val="0F0967"/>
                </a:solidFill>
              </a:rPr>
              <a:t>1) Pre </a:t>
            </a:r>
            <a:r>
              <a:rPr lang="es-MX" dirty="0" smtClean="0">
                <a:solidFill>
                  <a:srgbClr val="0F0967"/>
                </a:solidFill>
              </a:rPr>
              <a:t>perfilado					2) Limpieza y </a:t>
            </a:r>
            <a:r>
              <a:rPr lang="es-MX" dirty="0" smtClean="0">
                <a:solidFill>
                  <a:srgbClr val="0F0967"/>
                </a:solidFill>
              </a:rPr>
              <a:t>estandarización, agregado de Clase 							objetivo</a:t>
            </a:r>
            <a:r>
              <a:rPr lang="es-MX" dirty="0" smtClean="0">
                <a:solidFill>
                  <a:srgbClr val="0F0967"/>
                </a:solidFill>
              </a:rPr>
              <a:t>						</a:t>
            </a:r>
            <a:endParaRPr lang="es-MX" dirty="0">
              <a:solidFill>
                <a:srgbClr val="0F0967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73" y="1999243"/>
            <a:ext cx="4838388" cy="332178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408" y="2760224"/>
            <a:ext cx="5437472" cy="152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8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Base de datos </a:t>
            </a:r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HGM Consultas otorgadas</a:t>
            </a:r>
            <a:endParaRPr lang="es-MX" sz="4000" dirty="0">
              <a:solidFill>
                <a:srgbClr val="0F096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55374" y="1132607"/>
            <a:ext cx="10925092" cy="5569750"/>
          </a:xfrm>
          <a:prstGeom prst="round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s-MX" dirty="0" smtClean="0">
                <a:solidFill>
                  <a:srgbClr val="0F0967"/>
                </a:solidFill>
              </a:rPr>
              <a:t>3) Pendiente</a:t>
            </a:r>
            <a:r>
              <a:rPr lang="es-MX" dirty="0" smtClean="0">
                <a:solidFill>
                  <a:srgbClr val="0F0967"/>
                </a:solidFill>
              </a:rPr>
              <a:t>			</a:t>
            </a:r>
            <a:r>
              <a:rPr lang="es-MX" dirty="0" smtClean="0">
                <a:solidFill>
                  <a:srgbClr val="0F0967"/>
                </a:solidFill>
              </a:rPr>
              <a:t>		4) Perfilado post limpieza</a:t>
            </a:r>
            <a:r>
              <a:rPr lang="es-MX" dirty="0" smtClean="0">
                <a:solidFill>
                  <a:srgbClr val="0F0967"/>
                </a:solidFill>
              </a:rPr>
              <a:t>			</a:t>
            </a:r>
            <a:endParaRPr lang="es-MX" dirty="0">
              <a:solidFill>
                <a:srgbClr val="0F0967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35" y="2435134"/>
            <a:ext cx="4636761" cy="212713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974" y="1999243"/>
            <a:ext cx="5710628" cy="376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637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Base de datos </a:t>
            </a:r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Registro defunciones</a:t>
            </a:r>
            <a:endParaRPr lang="es-MX" sz="4000" dirty="0">
              <a:solidFill>
                <a:srgbClr val="0F096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55374" y="1132607"/>
            <a:ext cx="10925092" cy="5569750"/>
          </a:xfrm>
          <a:prstGeom prst="round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s-MX" dirty="0" smtClean="0">
                <a:solidFill>
                  <a:srgbClr val="0F0967"/>
                </a:solidFill>
              </a:rPr>
              <a:t>1) Pre </a:t>
            </a:r>
            <a:r>
              <a:rPr lang="es-MX" dirty="0" smtClean="0">
                <a:solidFill>
                  <a:srgbClr val="0F0967"/>
                </a:solidFill>
              </a:rPr>
              <a:t>perfilado					2) Limpieza y </a:t>
            </a:r>
            <a:r>
              <a:rPr lang="es-MX" dirty="0" smtClean="0">
                <a:solidFill>
                  <a:srgbClr val="0F0967"/>
                </a:solidFill>
              </a:rPr>
              <a:t>estandarización, agregado de Clase 							objetivo</a:t>
            </a:r>
            <a:r>
              <a:rPr lang="es-MX" dirty="0" smtClean="0">
                <a:solidFill>
                  <a:srgbClr val="0F0967"/>
                </a:solidFill>
              </a:rPr>
              <a:t>						</a:t>
            </a:r>
            <a:endParaRPr lang="es-MX" dirty="0">
              <a:solidFill>
                <a:srgbClr val="0F0967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491" y="3019236"/>
            <a:ext cx="5850074" cy="127066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975" y="1999243"/>
            <a:ext cx="4747417" cy="452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460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Base de datos </a:t>
            </a:r>
            <a:r>
              <a:rPr lang="es-MX" sz="4000" b="1" dirty="0" smtClean="0">
                <a:solidFill>
                  <a:srgbClr val="0F0967"/>
                </a:solidFill>
                <a:latin typeface="Arial" pitchFamily="34" charset="0"/>
                <a:cs typeface="Arial" pitchFamily="34" charset="-120"/>
              </a:rPr>
              <a:t>Registro defunciones</a:t>
            </a:r>
            <a:endParaRPr lang="es-MX" sz="4000" dirty="0">
              <a:solidFill>
                <a:srgbClr val="0F096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45646" y="1132607"/>
            <a:ext cx="10925092" cy="5569750"/>
          </a:xfrm>
          <a:prstGeom prst="round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s-MX" dirty="0" smtClean="0">
                <a:solidFill>
                  <a:srgbClr val="0F0967"/>
                </a:solidFill>
              </a:rPr>
              <a:t>3) Pendiente</a:t>
            </a:r>
            <a:r>
              <a:rPr lang="es-MX" dirty="0" smtClean="0">
                <a:solidFill>
                  <a:srgbClr val="0F0967"/>
                </a:solidFill>
              </a:rPr>
              <a:t>			</a:t>
            </a:r>
            <a:r>
              <a:rPr lang="es-MX" dirty="0" smtClean="0">
                <a:solidFill>
                  <a:srgbClr val="0F0967"/>
                </a:solidFill>
              </a:rPr>
              <a:t>			4) Perfilado post limpieza</a:t>
            </a:r>
            <a:r>
              <a:rPr lang="es-MX" dirty="0" smtClean="0">
                <a:solidFill>
                  <a:srgbClr val="0F0967"/>
                </a:solidFill>
              </a:rPr>
              <a:t>		</a:t>
            </a:r>
            <a:endParaRPr lang="es-MX" dirty="0">
              <a:solidFill>
                <a:srgbClr val="0F0967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48" y="2400211"/>
            <a:ext cx="5550670" cy="217200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925" y="2051092"/>
            <a:ext cx="4082336" cy="454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1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0" y="-1"/>
            <a:ext cx="12191695" cy="6858001"/>
          </a:xfrm>
          <a:prstGeom prst="rect">
            <a:avLst/>
          </a:prstGeom>
          <a:blipFill dpi="0" rotWithShape="1">
            <a:blip r:embed="rId3">
              <a:alphaModFix amt="40000"/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7744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2280</TotalTime>
  <Words>264</Words>
  <Application>Microsoft Office PowerPoint</Application>
  <PresentationFormat>Panorámica</PresentationFormat>
  <Paragraphs>42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Gertrudis</dc:creator>
  <cp:lastModifiedBy>Miguel López</cp:lastModifiedBy>
  <cp:revision>34</cp:revision>
  <dcterms:created xsi:type="dcterms:W3CDTF">2026-02-26T10:31:53Z</dcterms:created>
  <dcterms:modified xsi:type="dcterms:W3CDTF">2026-04-16T17:31:09Z</dcterms:modified>
</cp:coreProperties>
</file>